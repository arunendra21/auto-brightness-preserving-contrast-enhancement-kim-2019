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Enhance, Don't Distort:</a:t>
            </a:r>
            <a:br/>
            <a:r>
              <a:t>Brightness-Preserving Reversible Contrast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Kim, Lussi, Qu, Huang &amp; Kim (IEEE TCSVT, 2019)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Maximal contrast enhancement over-brightens or over-darkens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Medical/consumer use needs enhancement that keeps the original brightness.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And it must stay reversible with a hidden payload.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contrast to an appropriate (not maximal) level.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Preserve mean brightness (low AMBE).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Wu-Huang 2015 CE-RDH maximises contrast -&gt; brightness drift.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Histogram equalisation: irreversible, brightness shift.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adaptive, brightness-preserving bin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Split histogram peaks, but choose which side to expand adaptively.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Balance left/right expansion so mean brightness is preserved.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Stop at an appropriate contrast, not the maximum.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430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Pre-shift boundaries.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Iterate: pick peaks, expand the brightness-balancing side,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Automatic stop on brightness/contrast criterion.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Peaks a&lt;b; expand outward embedding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AMBE = |mean(orig) - mean(marked)| kept small by side balancing.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Contrast sigma rises; PSNR falls with iterations.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USC-SIPI grayscale, iterations 2..10.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payload, PSNR, RMS contrast, entropy, AMBE.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Reversibility verified each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Contrast rises while AMBE stays modest.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Payload scales with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Brightness-preserving (natural look).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Appropriate, not extreme,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Global brightness metric only.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Full-range images enhance less.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enhancement lowers PSNR.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Local brightness preservation.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Perceptual stopping rules.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Colour / medical extensions.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brightness-preserving CE-RDH.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contrast gain with controlled AMBE and reversibility.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Kim et al. Auto Brightness-Preserving CE. IEEE TCSVT 29(8), 2019.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Wu, Dugelay, Shi. CE-RDH. IEEE SPL 22(1), 2015.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